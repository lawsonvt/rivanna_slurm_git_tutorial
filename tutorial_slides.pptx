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94"/>
  </p:normalViewPr>
  <p:slideViewPr>
    <p:cSldViewPr snapToGrid="0">
      <p:cViewPr varScale="1">
        <p:scale>
          <a:sx n="121" d="100"/>
          <a:sy n="121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F25CD2-CE1A-124C-9952-EE43228094B5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B15154-55ED-744E-90C6-4BB2F12AD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60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B15154-55ED-744E-90C6-4BB2F12ADEB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708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B15154-55ED-744E-90C6-4BB2F12ADEB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504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777DC-BB70-E75D-F32F-944621F2DA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1B2D7-E409-1384-59DD-FCCB44AAFA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72715B-95FE-89D6-BB99-4BF231D4A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CAF31-A283-71C9-E6ED-EDEA20024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18E23-A27C-9598-ADE1-231B508E3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09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E1BEC-2B13-05A8-DB57-59BC92822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89064-1E67-703A-9A46-0CEC54F40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169A59-4D4F-E01E-99DB-5612369F6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5E772-1218-699A-502D-601E0C0D5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35030-1DEB-4AAF-3FF4-2E22ED712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638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B7E82-170B-9C68-D963-D1A8E9F9B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7390F-C827-2568-B854-761689BBB5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5C30B-4E91-1F7D-0E0E-14E70DD70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ACBBE-6C3D-A94B-D27F-CC919053C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D3EC8-8755-9E5A-7C27-E89CCBB15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211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197B9-5ACA-8AB8-C408-9C80400FC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E22E6-CE71-B6AD-0631-18596965E4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472A9-F215-74FB-EF87-BAFF20D9A7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9885F8-0486-A235-D695-DFFBA089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952346-5BEF-16F9-6E3A-56127F5DC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D14C94-77A8-438D-EF5A-0C4CF4A91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411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29151-E069-E1D2-E218-5A000C03C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38ED5D-26BA-A780-F116-1A25AF6A7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8DBB62-F7D2-2917-0461-A21C00F27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5181AF-4E36-5572-F797-70AF677295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0C4704-FE75-2AE7-E188-E066A43E48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B3A0B9-5CE4-E9A0-C6DB-1756D56A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19565E-A33F-F96B-E0A2-825F0948D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9AE174-5383-6E7A-BEDD-5636BC9E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702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75F44-C8F7-EC07-7995-BEBA7A975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026DBA-56F4-326F-0713-D2A166480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DF44B7-6664-9C9C-0B12-F8932AE4E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BD1A69-C4B0-ECEE-0333-04C21925D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707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A57B5C-BCAB-04C0-9DBB-29B99CE79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5DCD9-5878-00B0-48A4-84BDD3C2C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FEE46-34DF-644A-0CC9-B677B2936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259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9B1AB-779C-484B-B520-AB8031CD3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498B0A-2E8D-8661-5DC2-6E391212A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D32B39-89FC-1A15-11C6-552A461337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B2D108-74B0-37DE-D6C8-78F222EC9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A374A-CBA8-BE5B-52CA-6533368A1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545CA1-5ECD-630C-C441-CB3834EB3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576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7723C-E035-D46D-9C4A-C8E63604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7B3A7B-287F-4998-046A-11251FFB60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036830-B7F7-78E1-DBE1-6DAAB9A352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D4C2D-D8BB-722C-6497-9E5CE81EB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99D3F9-672E-A6E1-1095-9E1121233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CCFA17-B109-D95B-693C-C4932CBF5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5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87B2B-F8C8-0813-DE4D-14D272594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7A29D6-0F67-0ABB-F850-C1093266F3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6C868-BDCD-313A-5D8C-530F67BF6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AF3CA-CE72-713B-83FD-03704F88B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125B7-F87D-83A6-6D9B-6EF8DD5D4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695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3414D0-F3F3-1CD7-92D5-65B9118FBD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80A431-AB49-5122-2D36-25FFF80569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AB3BB8-EF58-32F2-6C24-A9DD9DBA7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265EB-64C3-FEA3-267E-917B027B3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18F1CE-D8AE-59F2-D87C-F30F1F247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226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557BAD-E0C7-491B-62A9-99BC64D9E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FE869-8ED6-AC2E-250B-68D989AF6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48CB5A-A5C5-2AAC-FCB8-F6CEE1B7C5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2ED7D0-C9C9-BA46-A8DD-D7B378BD36C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BF0E6-998D-403E-C03E-52BFDC5556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532E09-8009-CCF7-3809-DB714B381C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5A9D87-2213-BC40-A60B-1404F4A6B5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97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CC6FA-C3C3-45E5-FB7E-8CE29814E1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HPC Analyses with </a:t>
            </a:r>
            <a:br>
              <a:rPr lang="en-US" dirty="0"/>
            </a:br>
            <a:r>
              <a:rPr lang="en-US" dirty="0"/>
              <a:t>Code Versioning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4E8AD-9CD8-3E31-ACCC-092E18475C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How to combine Rivanna and </a:t>
            </a:r>
            <a:r>
              <a:rPr lang="en-US" dirty="0" err="1"/>
              <a:t>Github</a:t>
            </a:r>
            <a:r>
              <a:rPr lang="en-US" dirty="0"/>
              <a:t> for better </a:t>
            </a:r>
            <a:r>
              <a:rPr lang="en-US" strike="sngStrike" dirty="0"/>
              <a:t>data science</a:t>
            </a:r>
            <a:r>
              <a:rPr lang="en-US" dirty="0"/>
              <a:t> neuroscience</a:t>
            </a:r>
            <a:endParaRPr lang="en-US" strike="sngStrik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943928-9E94-24BA-5F7A-7A2FEE647F53}"/>
              </a:ext>
            </a:extLst>
          </p:cNvPr>
          <p:cNvSpPr txBox="1"/>
          <p:nvPr/>
        </p:nvSpPr>
        <p:spPr>
          <a:xfrm>
            <a:off x="777765" y="4996973"/>
            <a:ext cx="47927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Mark J. Lawson, PhD</a:t>
            </a:r>
          </a:p>
          <a:p>
            <a:r>
              <a:rPr lang="en-US" dirty="0"/>
              <a:t>Senior Biostatistician</a:t>
            </a:r>
          </a:p>
          <a:p>
            <a:endParaRPr lang="en-US" dirty="0"/>
          </a:p>
          <a:p>
            <a:r>
              <a:rPr lang="en-US" dirty="0"/>
              <a:t>Department of Neuroscience</a:t>
            </a:r>
          </a:p>
          <a:p>
            <a:r>
              <a:rPr lang="en-US" dirty="0"/>
              <a:t>Center for Brain, Immunology, and Glia (BIG)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80892C-A6F0-0B53-EC4D-7CF92698F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185" y="5270706"/>
            <a:ext cx="1849975" cy="1298347"/>
          </a:xfrm>
          <a:prstGeom prst="rect">
            <a:avLst/>
          </a:prstGeom>
        </p:spPr>
      </p:pic>
      <p:pic>
        <p:nvPicPr>
          <p:cNvPr id="6" name="Picture 5" descr="A picture containing logo&#10;&#10;Description automatically generated">
            <a:extLst>
              <a:ext uri="{FF2B5EF4-FFF2-40B4-BE49-F238E27FC236}">
                <a16:creationId xmlns:a16="http://schemas.microsoft.com/office/drawing/2014/main" id="{E004EB2C-2084-E83B-BD86-A1D883E5FC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6160" y="5168173"/>
            <a:ext cx="1746208" cy="14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394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C7177-1653-B62F-AA46-E0D03C28C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5B18E-6D68-8795-F2D2-27B164E6D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the why and how of using a code versioning system like git /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Know how to get started with your project on UVA’s high performance cluster Rivanna using a </a:t>
            </a:r>
            <a:r>
              <a:rPr lang="en-US" dirty="0" err="1"/>
              <a:t>unix</a:t>
            </a:r>
            <a:r>
              <a:rPr lang="en-US" dirty="0"/>
              <a:t> terminal</a:t>
            </a:r>
          </a:p>
          <a:p>
            <a:r>
              <a:rPr lang="en-US" dirty="0"/>
              <a:t>How to submit a job to Rivanna using </a:t>
            </a:r>
            <a:r>
              <a:rPr lang="en-US" dirty="0" err="1"/>
              <a:t>slurm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0522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B837-6E5E-5D2F-CB73-048EDD989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BB666-3FB4-2469-F149-AD41D4169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main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F51DF-EFDF-B3C3-8674-2732AD097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4124" y="1825625"/>
            <a:ext cx="8179676" cy="4351338"/>
          </a:xfrm>
        </p:spPr>
        <p:txBody>
          <a:bodyPr/>
          <a:lstStyle/>
          <a:p>
            <a:r>
              <a:rPr lang="en-US" dirty="0"/>
              <a:t>git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Unix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slurm</a:t>
            </a:r>
            <a:endParaRPr lang="en-US" dirty="0"/>
          </a:p>
        </p:txBody>
      </p:sp>
      <p:pic>
        <p:nvPicPr>
          <p:cNvPr id="5" name="Picture 4" descr="Cartoon a cartoon of a person in front of a door&#10;&#10;AI-generated content may be incorrect.">
            <a:extLst>
              <a:ext uri="{FF2B5EF4-FFF2-40B4-BE49-F238E27FC236}">
                <a16:creationId xmlns:a16="http://schemas.microsoft.com/office/drawing/2014/main" id="{37020508-E4A8-22AF-39CC-7939898E0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548" y="1375378"/>
            <a:ext cx="1718003" cy="1718003"/>
          </a:xfrm>
          <a:prstGeom prst="rect">
            <a:avLst/>
          </a:prstGeom>
        </p:spPr>
      </p:pic>
      <p:pic>
        <p:nvPicPr>
          <p:cNvPr id="7" name="Picture 6" descr="A cartoon character on a surfboard&#10;&#10;AI-generated content may be incorrect.">
            <a:extLst>
              <a:ext uri="{FF2B5EF4-FFF2-40B4-BE49-F238E27FC236}">
                <a16:creationId xmlns:a16="http://schemas.microsoft.com/office/drawing/2014/main" id="{1F26C7D0-C605-4A5F-72E9-B53754564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157" y="4317206"/>
            <a:ext cx="2906764" cy="21756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6536CB-BADF-724C-3806-BADE4EEDA4FD}"/>
              </a:ext>
            </a:extLst>
          </p:cNvPr>
          <p:cNvSpPr txBox="1"/>
          <p:nvPr/>
        </p:nvSpPr>
        <p:spPr>
          <a:xfrm>
            <a:off x="6379780" y="3429000"/>
            <a:ext cx="2827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Like multiple eunuchs …?</a:t>
            </a:r>
          </a:p>
        </p:txBody>
      </p:sp>
    </p:spTree>
    <p:extLst>
      <p:ext uri="{BB962C8B-B14F-4D97-AF65-F5344CB8AC3E}">
        <p14:creationId xmlns:p14="http://schemas.microsoft.com/office/powerpoint/2010/main" val="534514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94</Words>
  <Application>Microsoft Macintosh PowerPoint</Application>
  <PresentationFormat>Widescreen</PresentationFormat>
  <Paragraphs>22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HPC Analyses with  Code Versioning</vt:lpstr>
      <vt:lpstr>Goals</vt:lpstr>
      <vt:lpstr>Three main technologies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Lawson, Mark J (mjl3p)</dc:creator>
  <cp:lastModifiedBy>Lawson, Mark J (mjl3p)</cp:lastModifiedBy>
  <cp:revision>3</cp:revision>
  <dcterms:created xsi:type="dcterms:W3CDTF">2025-12-08T15:38:47Z</dcterms:created>
  <dcterms:modified xsi:type="dcterms:W3CDTF">2025-12-08T16:04:31Z</dcterms:modified>
</cp:coreProperties>
</file>